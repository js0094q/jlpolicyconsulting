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Adrabetadex Executive ARM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418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70"/>
                </a:solidFill>
                <a:latin typeface="Calibri"/>
              </a:defRPr>
            </a:pPr>
            <a:r>
              <a:t>Instructional system for field execution and adoption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8308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100">
                <a:solidFill>
                  <a:srgbClr val="18212F"/>
                </a:solidFill>
                <a:latin typeface="Calibri"/>
              </a:defRPr>
            </a:pPr>
            <a:r>
              <a:t>Executive objective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Move from reference-heavy content to executable field training.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Reduce preventable denial risk from pathway mismatch and operational drift.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Standardize decision logic across payer, site, and claim transaction.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Current Package Gaps, 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8212F"/>
                </a:solidFill>
                <a:latin typeface="Calibri"/>
              </a:defRPr>
            </a:pPr>
            <a:r>
              <a:t>Why refresh was required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Reference-heavy but not instructional.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No end-to-end if-this-then-that workflow.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Limited reinforcement for high-risk failure points.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Concept framing stronger than execution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Corrected Training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0876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21158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objective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Execution behavior expected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Identify correct claim 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ARM opens with institutional vs professional split every time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Validate payer and operational controls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ARM checks policy, sourcing, PA, documentation controls before first dose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Translate mechanics to adoption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ARM quantifies provider risk and assigns actions to close gaps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Core Thesis for Field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100">
                <a:solidFill>
                  <a:srgbClr val="18212F"/>
                </a:solidFill>
                <a:latin typeface="Calibri"/>
              </a:defRPr>
            </a:pPr>
            <a:r>
              <a:t>Required script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Adrabetadex adoption depends on acquisition, clean claim build, payment success, and acceptable net economics.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Coverage is necessary, it is not sufficient.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Pathway mismatch is a leading preventable denial driver.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First Decision: Claim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722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22E1E"/>
                </a:solidFill>
                <a:latin typeface="Calibri"/>
              </a:defRPr>
            </a:pPr>
            <a:r>
              <a:t>Hard rule: UB-04 logic and CMS-1500 logic are not interchangeable.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12014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Required output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If wrong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Who is billing?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Institutional vs professional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Wrong form and wrong field set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Which transaction?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837I vs 837P orientation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Rejection and rework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Which coding stage?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Interim vs permanent HCPCS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Payment failure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Operational Readiness Standard (Go / No-Go)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8212F"/>
                </a:solidFill>
                <a:latin typeface="Calibri"/>
              </a:defRPr>
            </a:pPr>
            <a:r>
              <a:t>No administration until all are complete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PA approved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Claim build validated to pathway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NDC/units/modifiers/documentation package complete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Escalation owner and timeline assigned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Provider Economics Translation for Leaders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39496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0E3F6C"/>
                </a:solidFill>
                <a:latin typeface="Calibri"/>
              </a:defRPr>
            </a:pPr>
            <a:r>
              <a:t>Reality to communicate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Providers evaluate exposure and cash recovery, not coverage statements alone.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Thin spreads plus operational burden can block adoption.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340B status can be a primary modeled economics differentiator.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18288" cy="4983480"/>
          </a:xfrm>
          <a:prstGeom prst="rect">
            <a:avLst/>
          </a:prstGeom>
          <a:solidFill>
            <a:srgbClr val="D9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983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008080"/>
                </a:solidFill>
                <a:latin typeface="Calibri"/>
              </a:defRPr>
            </a:pPr>
            <a:r>
              <a:t>Governance implication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Require scenario-specific readiness before launch sequencing.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Integrate coding, compliance, payer, and revenue-cycle ownership.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Track first-claim quality and escalation closure as leading KPIs.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Blind Spot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0876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21158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Blind spot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 risk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Control action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340B concentration 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Economics degrade in non-340B 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Segment training and rollout by site profile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Interim coding variability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Inconsistent claim outcomes across accounts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Candidate-code validation at account 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Operational burden underweighted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Margin erosion despite nominal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Operational stop-rule and ownership discipline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Client-Ready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100">
                <a:solidFill>
                  <a:srgbClr val="18212F"/>
                </a:solidFill>
                <a:latin typeface="Calibri"/>
              </a:defRPr>
            </a:pPr>
            <a:r>
              <a:t>Final position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The revised package is now instructional, decision-based, and execution-focused.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It converts static references into field workflows that reduce preventable failure.</a:t>
            </a:r>
          </a:p>
          <a:p>
            <a:pPr lvl="1">
              <a:spcAft>
                <a:spcPts val="500"/>
              </a:spcAft>
              <a:defRPr sz="1700">
                <a:solidFill>
                  <a:srgbClr val="18212F"/>
                </a:solidFill>
                <a:latin typeface="Calibri"/>
              </a:defRPr>
            </a:pPr>
            <a:r>
              <a:t>It is aligned to real-world administration, billing, and payment success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